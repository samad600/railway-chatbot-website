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9" r:id="rId3"/>
    <p:sldId id="265" r:id="rId4"/>
    <p:sldId id="263" r:id="rId5"/>
    <p:sldId id="261" r:id="rId6"/>
    <p:sldId id="262" r:id="rId7"/>
    <p:sldId id="264" r:id="rId8"/>
    <p:sldId id="266" r:id="rId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viewProps" Target="view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presProps" Target="presProps.xml" /><Relationship Id="rId5" Type="http://schemas.openxmlformats.org/officeDocument/2006/relationships/slide" Target="slides/slide4.xml" /><Relationship Id="rId15" Type="http://schemas.microsoft.com/office/2016/11/relationships/changesInfo" Target="changesInfos/changesInfo1.xml" /><Relationship Id="rId10" Type="http://schemas.openxmlformats.org/officeDocument/2006/relationships/notesMaster" Target="notesMasters/notesMaster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ableStyles" Target="tableStyles.xml" 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dsamad192@gmail.com" userId="c7bb7bfb01225628" providerId="LiveId" clId="{4AB4CF3F-34AF-B948-A42B-55E04ED6B56B}"/>
    <pc:docChg chg="custSel modSld">
      <pc:chgData name="sidsamad192@gmail.com" userId="c7bb7bfb01225628" providerId="LiveId" clId="{4AB4CF3F-34AF-B948-A42B-55E04ED6B56B}" dt="2024-11-29T09:11:46.974" v="33" actId="1076"/>
      <pc:docMkLst>
        <pc:docMk/>
      </pc:docMkLst>
      <pc:sldChg chg="addSp delSp modSp">
        <pc:chgData name="sidsamad192@gmail.com" userId="c7bb7bfb01225628" providerId="LiveId" clId="{4AB4CF3F-34AF-B948-A42B-55E04ED6B56B}" dt="2024-11-29T09:11:46.974" v="33" actId="1076"/>
        <pc:sldMkLst>
          <pc:docMk/>
          <pc:sldMk cId="4126103495" sldId="260"/>
        </pc:sldMkLst>
      </pc:sldChg>
    </pc:docChg>
  </pc:docChgLst>
  <pc:docChgLst>
    <pc:chgData name="sidsamad192@gmail.com" userId="c7bb7bfb01225628" providerId="LiveId" clId="{070CDB9A-9F31-D94F-9050-438174945F57}"/>
    <pc:docChg chg="delSld">
      <pc:chgData name="sidsamad192@gmail.com" userId="c7bb7bfb01225628" providerId="LiveId" clId="{070CDB9A-9F31-D94F-9050-438174945F57}" dt="2024-11-29T09:13:37.022" v="0" actId="2696"/>
      <pc:docMkLst>
        <pc:docMk/>
      </pc:docMkLst>
      <pc:sldChg chg="del">
        <pc:chgData name="sidsamad192@gmail.com" userId="c7bb7bfb01225628" providerId="LiveId" clId="{070CDB9A-9F31-D94F-9050-438174945F57}" dt="2024-11-29T09:13:37.022" v="0" actId="2696"/>
        <pc:sldMkLst>
          <pc:docMk/>
          <pc:sldMk cId="4126103495" sldId="260"/>
        </pc:sldMkLst>
      </pc:sldChg>
    </pc:docChg>
  </pc:docChgLst>
  <pc:docChgLst>
    <pc:chgData name="sidsamad192@gmail.com" userId="c7bb7bfb01225628" providerId="LiveId" clId="{F678DF7E-5B18-3080-ADC8-A3894592A165}"/>
    <pc:docChg chg="undo custSel delSld modSld sldOrd">
      <pc:chgData name="sidsamad192@gmail.com" userId="c7bb7bfb01225628" providerId="LiveId" clId="{F678DF7E-5B18-3080-ADC8-A3894592A165}" dt="2026-02-24T13:14:03.203" v="1387" actId="1076"/>
      <pc:docMkLst>
        <pc:docMk/>
      </pc:docMkLst>
      <pc:sldChg chg="modSp">
        <pc:chgData name="sidsamad192@gmail.com" userId="c7bb7bfb01225628" providerId="LiveId" clId="{F678DF7E-5B18-3080-ADC8-A3894592A165}" dt="2026-02-24T10:27:28.846" v="101" actId="20577"/>
        <pc:sldMkLst>
          <pc:docMk/>
          <pc:sldMk cId="0" sldId="256"/>
        </pc:sldMkLst>
        <pc:spChg chg="mod">
          <ac:chgData name="sidsamad192@gmail.com" userId="c7bb7bfb01225628" providerId="LiveId" clId="{F678DF7E-5B18-3080-ADC8-A3894592A165}" dt="2026-02-24T10:26:56.312" v="40" actId="20577"/>
          <ac:spMkLst>
            <pc:docMk/>
            <pc:sldMk cId="0" sldId="256"/>
            <ac:spMk id="63" creationId="{00000000-0000-0000-0000-000000000000}"/>
          </ac:spMkLst>
        </pc:spChg>
        <pc:spChg chg="mod">
          <ac:chgData name="sidsamad192@gmail.com" userId="c7bb7bfb01225628" providerId="LiveId" clId="{F678DF7E-5B18-3080-ADC8-A3894592A165}" dt="2026-02-24T10:27:28.846" v="101" actId="20577"/>
          <ac:spMkLst>
            <pc:docMk/>
            <pc:sldMk cId="0" sldId="256"/>
            <ac:spMk id="64" creationId="{00000000-0000-0000-0000-000000000000}"/>
          </ac:spMkLst>
        </pc:spChg>
      </pc:sldChg>
      <pc:sldChg chg="addSp delSp modSp del">
        <pc:chgData name="sidsamad192@gmail.com" userId="c7bb7bfb01225628" providerId="LiveId" clId="{F678DF7E-5B18-3080-ADC8-A3894592A165}" dt="2026-02-24T10:42:12.448" v="189" actId="2696"/>
        <pc:sldMkLst>
          <pc:docMk/>
          <pc:sldMk cId="0" sldId="257"/>
        </pc:sldMkLst>
        <pc:spChg chg="del">
          <ac:chgData name="sidsamad192@gmail.com" userId="c7bb7bfb01225628" providerId="LiveId" clId="{F678DF7E-5B18-3080-ADC8-A3894592A165}" dt="2026-02-24T10:36:09.268" v="162" actId="21"/>
          <ac:spMkLst>
            <pc:docMk/>
            <pc:sldMk cId="0" sldId="257"/>
            <ac:spMk id="93" creationId="{00000000-0000-0000-0000-000000000000}"/>
          </ac:spMkLst>
        </pc:spChg>
        <pc:spChg chg="mod">
          <ac:chgData name="sidsamad192@gmail.com" userId="c7bb7bfb01225628" providerId="LiveId" clId="{F678DF7E-5B18-3080-ADC8-A3894592A165}" dt="2026-02-24T10:38:30.500" v="179" actId="207"/>
          <ac:spMkLst>
            <pc:docMk/>
            <pc:sldMk cId="0" sldId="257"/>
            <ac:spMk id="102" creationId="{00000000-0000-0000-0000-000000000000}"/>
          </ac:spMkLst>
        </pc:spChg>
        <pc:spChg chg="mod">
          <ac:chgData name="sidsamad192@gmail.com" userId="c7bb7bfb01225628" providerId="LiveId" clId="{F678DF7E-5B18-3080-ADC8-A3894592A165}" dt="2026-02-24T10:38:26.739" v="178" actId="1076"/>
          <ac:spMkLst>
            <pc:docMk/>
            <pc:sldMk cId="0" sldId="257"/>
            <ac:spMk id="116" creationId="{00000000-0000-0000-0000-000000000000}"/>
          </ac:spMkLst>
        </pc:spChg>
        <pc:grpChg chg="mod">
          <ac:chgData name="sidsamad192@gmail.com" userId="c7bb7bfb01225628" providerId="LiveId" clId="{F678DF7E-5B18-3080-ADC8-A3894592A165}" dt="2026-02-24T10:38:30.500" v="179" actId="207"/>
          <ac:grpSpMkLst>
            <pc:docMk/>
            <pc:sldMk cId="0" sldId="257"/>
            <ac:grpSpMk id="101" creationId="{00000000-0000-0000-0000-000000000000}"/>
          </ac:grpSpMkLst>
        </pc:grpChg>
        <pc:picChg chg="mod">
          <ac:chgData name="sidsamad192@gmail.com" userId="c7bb7bfb01225628" providerId="LiveId" clId="{F678DF7E-5B18-3080-ADC8-A3894592A165}" dt="2026-02-24T10:38:30.500" v="179" actId="207"/>
          <ac:picMkLst>
            <pc:docMk/>
            <pc:sldMk cId="0" sldId="257"/>
            <ac:picMk id="103" creationId="{00000000-0000-0000-0000-000000000000}"/>
          </ac:picMkLst>
        </pc:picChg>
        <pc:inkChg chg="add del">
          <ac:chgData name="sidsamad192@gmail.com" userId="c7bb7bfb01225628" providerId="LiveId" clId="{F678DF7E-5B18-3080-ADC8-A3894592A165}" dt="2026-02-24T10:38:26.240" v="177"/>
          <ac:inkMkLst>
            <pc:docMk/>
            <pc:sldMk cId="0" sldId="257"/>
            <ac:inkMk id="2" creationId="{338BF84A-440E-7CF9-AE36-32EF43829AE8}"/>
          </ac:inkMkLst>
        </pc:inkChg>
        <pc:inkChg chg="add del">
          <ac:chgData name="sidsamad192@gmail.com" userId="c7bb7bfb01225628" providerId="LiveId" clId="{F678DF7E-5B18-3080-ADC8-A3894592A165}" dt="2026-02-24T10:38:26.042" v="176"/>
          <ac:inkMkLst>
            <pc:docMk/>
            <pc:sldMk cId="0" sldId="257"/>
            <ac:inkMk id="3" creationId="{6F8F3C2B-F5E3-CD66-2F6C-472144F22A19}"/>
          </ac:inkMkLst>
        </pc:inkChg>
        <pc:inkChg chg="add del reco">
          <ac:chgData name="sidsamad192@gmail.com" userId="c7bb7bfb01225628" providerId="LiveId" clId="{F678DF7E-5B18-3080-ADC8-A3894592A165}" dt="2026-02-24T10:38:26.042" v="176"/>
          <ac:inkMkLst>
            <pc:docMk/>
            <pc:sldMk cId="0" sldId="257"/>
            <ac:inkMk id="4" creationId="{51275A27-BD1E-65E4-E155-764626AD8673}"/>
          </ac:inkMkLst>
        </pc:inkChg>
        <pc:inkChg chg="add del">
          <ac:chgData name="sidsamad192@gmail.com" userId="c7bb7bfb01225628" providerId="LiveId" clId="{F678DF7E-5B18-3080-ADC8-A3894592A165}" dt="2026-02-24T10:38:25.891" v="175"/>
          <ac:inkMkLst>
            <pc:docMk/>
            <pc:sldMk cId="0" sldId="257"/>
            <ac:inkMk id="5" creationId="{0D67B8EA-E992-E2AA-2A79-1EB14EE09408}"/>
          </ac:inkMkLst>
        </pc:inkChg>
        <pc:inkChg chg="add del">
          <ac:chgData name="sidsamad192@gmail.com" userId="c7bb7bfb01225628" providerId="LiveId" clId="{F678DF7E-5B18-3080-ADC8-A3894592A165}" dt="2026-02-24T10:38:25.729" v="174"/>
          <ac:inkMkLst>
            <pc:docMk/>
            <pc:sldMk cId="0" sldId="257"/>
            <ac:inkMk id="6" creationId="{FEEA19CA-5F2B-E713-F7FD-B1EE9EE1AE42}"/>
          </ac:inkMkLst>
        </pc:inkChg>
        <pc:inkChg chg="add del">
          <ac:chgData name="sidsamad192@gmail.com" userId="c7bb7bfb01225628" providerId="LiveId" clId="{F678DF7E-5B18-3080-ADC8-A3894592A165}" dt="2026-02-24T10:38:25.604" v="173"/>
          <ac:inkMkLst>
            <pc:docMk/>
            <pc:sldMk cId="0" sldId="257"/>
            <ac:inkMk id="10" creationId="{2F8AE57D-1DD0-68D2-5BCE-15B79A077C25}"/>
          </ac:inkMkLst>
        </pc:inkChg>
        <pc:inkChg chg="add del">
          <ac:chgData name="sidsamad192@gmail.com" userId="c7bb7bfb01225628" providerId="LiveId" clId="{F678DF7E-5B18-3080-ADC8-A3894592A165}" dt="2026-02-24T10:38:25.162" v="172"/>
          <ac:inkMkLst>
            <pc:docMk/>
            <pc:sldMk cId="0" sldId="257"/>
            <ac:inkMk id="11" creationId="{C271F283-A756-2DAD-1EBF-DEA2C3EEF773}"/>
          </ac:inkMkLst>
        </pc:inkChg>
        <pc:inkChg chg="add del reco">
          <ac:chgData name="sidsamad192@gmail.com" userId="c7bb7bfb01225628" providerId="LiveId" clId="{F678DF7E-5B18-3080-ADC8-A3894592A165}" dt="2026-02-24T10:38:25.162" v="172"/>
          <ac:inkMkLst>
            <pc:docMk/>
            <pc:sldMk cId="0" sldId="257"/>
            <ac:inkMk id="12" creationId="{623DEA25-71EF-73A4-C083-07C918491664}"/>
          </ac:inkMkLst>
        </pc:inkChg>
        <pc:inkChg chg="add del">
          <ac:chgData name="sidsamad192@gmail.com" userId="c7bb7bfb01225628" providerId="LiveId" clId="{F678DF7E-5B18-3080-ADC8-A3894592A165}" dt="2026-02-24T10:40:00.988" v="184"/>
          <ac:inkMkLst>
            <pc:docMk/>
            <pc:sldMk cId="0" sldId="257"/>
            <ac:inkMk id="13" creationId="{66ED7B45-53D4-793E-4C1C-0A31C634A8F2}"/>
          </ac:inkMkLst>
        </pc:inkChg>
        <pc:inkChg chg="add del">
          <ac:chgData name="sidsamad192@gmail.com" userId="c7bb7bfb01225628" providerId="LiveId" clId="{F678DF7E-5B18-3080-ADC8-A3894592A165}" dt="2026-02-24T10:40:00.988" v="184"/>
          <ac:inkMkLst>
            <pc:docMk/>
            <pc:sldMk cId="0" sldId="257"/>
            <ac:inkMk id="14" creationId="{DB000F1D-0D13-CECE-1CC9-2FD25975B65A}"/>
          </ac:inkMkLst>
        </pc:inkChg>
        <pc:inkChg chg="add del">
          <ac:chgData name="sidsamad192@gmail.com" userId="c7bb7bfb01225628" providerId="LiveId" clId="{F678DF7E-5B18-3080-ADC8-A3894592A165}" dt="2026-02-24T10:40:00.988" v="184"/>
          <ac:inkMkLst>
            <pc:docMk/>
            <pc:sldMk cId="0" sldId="257"/>
            <ac:inkMk id="15" creationId="{14E74EAE-FF16-0C49-5808-F86A6F9404AE}"/>
          </ac:inkMkLst>
        </pc:inkChg>
        <pc:inkChg chg="add del">
          <ac:chgData name="sidsamad192@gmail.com" userId="c7bb7bfb01225628" providerId="LiveId" clId="{F678DF7E-5B18-3080-ADC8-A3894592A165}" dt="2026-02-24T10:40:00.988" v="184"/>
          <ac:inkMkLst>
            <pc:docMk/>
            <pc:sldMk cId="0" sldId="257"/>
            <ac:inkMk id="16" creationId="{3D5B81F8-1169-741D-E44E-AF6E6BC6B3DB}"/>
          </ac:inkMkLst>
        </pc:inkChg>
        <pc:inkChg chg="add reco">
          <ac:chgData name="sidsamad192@gmail.com" userId="c7bb7bfb01225628" providerId="LiveId" clId="{F678DF7E-5B18-3080-ADC8-A3894592A165}" dt="2026-02-24T10:40:00.988" v="184"/>
          <ac:inkMkLst>
            <pc:docMk/>
            <pc:sldMk cId="0" sldId="257"/>
            <ac:inkMk id="17" creationId="{A98239FE-C236-70A9-FCE6-4EC833691DEF}"/>
          </ac:inkMkLst>
        </pc:inkChg>
        <pc:inkChg chg="add del">
          <ac:chgData name="sidsamad192@gmail.com" userId="c7bb7bfb01225628" providerId="LiveId" clId="{F678DF7E-5B18-3080-ADC8-A3894592A165}" dt="2026-02-24T10:40:11.134" v="188"/>
          <ac:inkMkLst>
            <pc:docMk/>
            <pc:sldMk cId="0" sldId="257"/>
            <ac:inkMk id="18" creationId="{6B3C9EA0-75BE-D69A-21A2-F633F405CA72}"/>
          </ac:inkMkLst>
        </pc:inkChg>
        <pc:inkChg chg="add del">
          <ac:chgData name="sidsamad192@gmail.com" userId="c7bb7bfb01225628" providerId="LiveId" clId="{F678DF7E-5B18-3080-ADC8-A3894592A165}" dt="2026-02-24T10:40:11.134" v="188"/>
          <ac:inkMkLst>
            <pc:docMk/>
            <pc:sldMk cId="0" sldId="257"/>
            <ac:inkMk id="19" creationId="{FAA24791-5FBA-CE6C-D2EC-B6FEBAD95B92}"/>
          </ac:inkMkLst>
        </pc:inkChg>
        <pc:inkChg chg="add del">
          <ac:chgData name="sidsamad192@gmail.com" userId="c7bb7bfb01225628" providerId="LiveId" clId="{F678DF7E-5B18-3080-ADC8-A3894592A165}" dt="2026-02-24T10:40:11.134" v="188"/>
          <ac:inkMkLst>
            <pc:docMk/>
            <pc:sldMk cId="0" sldId="257"/>
            <ac:inkMk id="20" creationId="{ACCAE534-C192-93DF-680C-685B91C3ABE5}"/>
          </ac:inkMkLst>
        </pc:inkChg>
        <pc:inkChg chg="add reco">
          <ac:chgData name="sidsamad192@gmail.com" userId="c7bb7bfb01225628" providerId="LiveId" clId="{F678DF7E-5B18-3080-ADC8-A3894592A165}" dt="2026-02-24T10:40:11.134" v="188"/>
          <ac:inkMkLst>
            <pc:docMk/>
            <pc:sldMk cId="0" sldId="257"/>
            <ac:inkMk id="21" creationId="{FD4BD6E0-F94A-3BC5-9183-7AB5B682E9D8}"/>
          </ac:inkMkLst>
        </pc:inkChg>
      </pc:sldChg>
      <pc:sldChg chg="addSp delSp modSp del addAnim delAnim">
        <pc:chgData name="sidsamad192@gmail.com" userId="c7bb7bfb01225628" providerId="LiveId" clId="{F678DF7E-5B18-3080-ADC8-A3894592A165}" dt="2026-02-24T10:42:17.599" v="190" actId="2696"/>
        <pc:sldMkLst>
          <pc:docMk/>
          <pc:sldMk cId="0" sldId="258"/>
        </pc:sldMkLst>
        <pc:spChg chg="add">
          <ac:chgData name="sidsamad192@gmail.com" userId="c7bb7bfb01225628" providerId="LiveId" clId="{F678DF7E-5B18-3080-ADC8-A3894592A165}" dt="2026-02-24T10:30:02.281" v="102" actId="139"/>
          <ac:spMkLst>
            <pc:docMk/>
            <pc:sldMk cId="0" sldId="258"/>
            <ac:spMk id="4" creationId="{F8C0438F-8259-2B8C-BF1F-33EF432F8DDB}"/>
          </ac:spMkLst>
        </pc:spChg>
        <pc:spChg chg="add del">
          <ac:chgData name="sidsamad192@gmail.com" userId="c7bb7bfb01225628" providerId="LiveId" clId="{F678DF7E-5B18-3080-ADC8-A3894592A165}" dt="2026-02-24T10:35:45.346" v="142" actId="139"/>
          <ac:spMkLst>
            <pc:docMk/>
            <pc:sldMk cId="0" sldId="258"/>
            <ac:spMk id="12" creationId="{67504966-8EA4-C19A-8F24-8B14C27D6AB3}"/>
          </ac:spMkLst>
        </pc:spChg>
        <pc:graphicFrameChg chg="add del">
          <ac:chgData name="sidsamad192@gmail.com" userId="c7bb7bfb01225628" providerId="LiveId" clId="{F678DF7E-5B18-3080-ADC8-A3894592A165}" dt="2026-02-24T10:33:33.444" v="114" actId="21"/>
          <ac:graphicFrameMkLst>
            <pc:docMk/>
            <pc:sldMk cId="0" sldId="258"/>
            <ac:graphicFrameMk id="7" creationId="{9B3BA137-CC2D-94C8-471F-6219C492CDB5}"/>
          </ac:graphicFrameMkLst>
        </pc:graphicFrameChg>
        <pc:graphicFrameChg chg="add del modGraphic">
          <ac:chgData name="sidsamad192@gmail.com" userId="c7bb7bfb01225628" providerId="LiveId" clId="{F678DF7E-5B18-3080-ADC8-A3894592A165}" dt="2026-02-24T10:35:48.209" v="146" actId="3680"/>
          <ac:graphicFrameMkLst>
            <pc:docMk/>
            <pc:sldMk cId="0" sldId="258"/>
            <ac:graphicFrameMk id="11" creationId="{22EF0929-C6B5-B188-698B-A6CEFD2A89A6}"/>
          </ac:graphicFrameMkLst>
        </pc:graphicFrameChg>
        <pc:picChg chg="add del">
          <ac:chgData name="sidsamad192@gmail.com" userId="c7bb7bfb01225628" providerId="LiveId" clId="{F678DF7E-5B18-3080-ADC8-A3894592A165}" dt="2026-02-24T10:33:58.276" v="117" actId="21"/>
          <ac:picMkLst>
            <pc:docMk/>
            <pc:sldMk cId="0" sldId="258"/>
            <ac:picMk id="3" creationId="{07F935AD-9F59-78B7-7D35-6FDBC3A857FA}"/>
          </ac:picMkLst>
        </pc:picChg>
        <pc:picChg chg="add del">
          <ac:chgData name="sidsamad192@gmail.com" userId="c7bb7bfb01225628" providerId="LiveId" clId="{F678DF7E-5B18-3080-ADC8-A3894592A165}" dt="2026-02-24T10:32:49.830" v="112" actId="931"/>
          <ac:picMkLst>
            <pc:docMk/>
            <pc:sldMk cId="0" sldId="258"/>
            <ac:picMk id="6" creationId="{CDD3D3B7-5CAC-FFF9-B7F4-2E7918DB0D13}"/>
          </ac:picMkLst>
        </pc:picChg>
        <pc:picChg chg="add del">
          <ac:chgData name="sidsamad192@gmail.com" userId="c7bb7bfb01225628" providerId="LiveId" clId="{F678DF7E-5B18-3080-ADC8-A3894592A165}" dt="2026-02-24T10:33:50.092" v="116" actId="21"/>
          <ac:picMkLst>
            <pc:docMk/>
            <pc:sldMk cId="0" sldId="258"/>
            <ac:picMk id="8" creationId="{F9F58C2E-B116-F668-9D0A-94DBB3008D08}"/>
          </ac:picMkLst>
        </pc:picChg>
        <pc:picChg chg="add mod">
          <ac:chgData name="sidsamad192@gmail.com" userId="c7bb7bfb01225628" providerId="LiveId" clId="{F678DF7E-5B18-3080-ADC8-A3894592A165}" dt="2026-02-24T10:35:52.087" v="161" actId="14100"/>
          <ac:picMkLst>
            <pc:docMk/>
            <pc:sldMk cId="0" sldId="258"/>
            <ac:picMk id="10" creationId="{9F9AE8D2-F34D-7680-7941-7D3B70951E3B}"/>
          </ac:picMkLst>
        </pc:picChg>
        <pc:picChg chg="add del">
          <ac:chgData name="sidsamad192@gmail.com" userId="c7bb7bfb01225628" providerId="LiveId" clId="{F678DF7E-5B18-3080-ADC8-A3894592A165}" dt="2026-02-24T10:34:08.829" v="119" actId="21"/>
          <ac:picMkLst>
            <pc:docMk/>
            <pc:sldMk cId="0" sldId="258"/>
            <ac:picMk id="31" creationId="{5F9D8C72-EA14-3CF3-6A1D-3C8A637F481B}"/>
          </ac:picMkLst>
        </pc:picChg>
        <pc:picChg chg="add del">
          <ac:chgData name="sidsamad192@gmail.com" userId="c7bb7bfb01225628" providerId="LiveId" clId="{F678DF7E-5B18-3080-ADC8-A3894592A165}" dt="2026-02-24T10:34:01.273" v="118" actId="21"/>
          <ac:picMkLst>
            <pc:docMk/>
            <pc:sldMk cId="0" sldId="258"/>
            <ac:picMk id="33" creationId="{8F554472-08C9-BBDA-6B49-101BC979E804}"/>
          </ac:picMkLst>
        </pc:picChg>
      </pc:sldChg>
      <pc:sldChg chg="delSp modSp">
        <pc:chgData name="sidsamad192@gmail.com" userId="c7bb7bfb01225628" providerId="LiveId" clId="{F678DF7E-5B18-3080-ADC8-A3894592A165}" dt="2026-02-24T10:49:16.553" v="477" actId="20577"/>
        <pc:sldMkLst>
          <pc:docMk/>
          <pc:sldMk cId="0" sldId="259"/>
        </pc:sldMkLst>
        <pc:spChg chg="mod">
          <ac:chgData name="sidsamad192@gmail.com" userId="c7bb7bfb01225628" providerId="LiveId" clId="{F678DF7E-5B18-3080-ADC8-A3894592A165}" dt="2026-02-24T10:44:16.218" v="243" actId="20577"/>
          <ac:spMkLst>
            <pc:docMk/>
            <pc:sldMk cId="0" sldId="259"/>
            <ac:spMk id="3" creationId="{EE2170EE-0FF0-9213-C1F2-886DE1E155BA}"/>
          </ac:spMkLst>
        </pc:spChg>
        <pc:spChg chg="mod">
          <ac:chgData name="sidsamad192@gmail.com" userId="c7bb7bfb01225628" providerId="LiveId" clId="{F678DF7E-5B18-3080-ADC8-A3894592A165}" dt="2026-02-24T10:49:16.553" v="477" actId="20577"/>
          <ac:spMkLst>
            <pc:docMk/>
            <pc:sldMk cId="0" sldId="259"/>
            <ac:spMk id="11" creationId="{4D4F7F59-1D3C-BFF4-69FF-619653D3E7C2}"/>
          </ac:spMkLst>
        </pc:spChg>
        <pc:picChg chg="del">
          <ac:chgData name="sidsamad192@gmail.com" userId="c7bb7bfb01225628" providerId="LiveId" clId="{F678DF7E-5B18-3080-ADC8-A3894592A165}" dt="2026-02-24T10:48:09.113" v="419" actId="21"/>
          <ac:picMkLst>
            <pc:docMk/>
            <pc:sldMk cId="0" sldId="259"/>
            <ac:picMk id="8" creationId="{B39E71AC-C117-0E45-D43A-5200D27C7CCE}"/>
          </ac:picMkLst>
        </pc:picChg>
      </pc:sldChg>
      <pc:sldChg chg="delSp modSp">
        <pc:chgData name="sidsamad192@gmail.com" userId="c7bb7bfb01225628" providerId="LiveId" clId="{F678DF7E-5B18-3080-ADC8-A3894592A165}" dt="2026-02-24T11:02:36.377" v="702" actId="14100"/>
        <pc:sldMkLst>
          <pc:docMk/>
          <pc:sldMk cId="186387231" sldId="261"/>
        </pc:sldMkLst>
        <pc:spChg chg="mod">
          <ac:chgData name="sidsamad192@gmail.com" userId="c7bb7bfb01225628" providerId="LiveId" clId="{F678DF7E-5B18-3080-ADC8-A3894592A165}" dt="2026-02-24T10:57:55.432" v="575" actId="20577"/>
          <ac:spMkLst>
            <pc:docMk/>
            <pc:sldMk cId="186387231" sldId="261"/>
            <ac:spMk id="3" creationId="{623AB0B1-E119-8E3F-F26B-0AAB112ED8D7}"/>
          </ac:spMkLst>
        </pc:spChg>
        <pc:spChg chg="mod">
          <ac:chgData name="sidsamad192@gmail.com" userId="c7bb7bfb01225628" providerId="LiveId" clId="{F678DF7E-5B18-3080-ADC8-A3894592A165}" dt="2026-02-24T11:02:36.377" v="702" actId="14100"/>
          <ac:spMkLst>
            <pc:docMk/>
            <pc:sldMk cId="186387231" sldId="261"/>
            <ac:spMk id="6" creationId="{0E018387-6134-1A78-B9F4-7A6C6C72E388}"/>
          </ac:spMkLst>
        </pc:spChg>
        <pc:spChg chg="del mod">
          <ac:chgData name="sidsamad192@gmail.com" userId="c7bb7bfb01225628" providerId="LiveId" clId="{F678DF7E-5B18-3080-ADC8-A3894592A165}" dt="2026-02-24T11:01:11.824" v="701" actId="478"/>
          <ac:spMkLst>
            <pc:docMk/>
            <pc:sldMk cId="186387231" sldId="261"/>
            <ac:spMk id="7" creationId="{56F88787-7E64-A9AB-F3E2-57BAFEE9EE3D}"/>
          </ac:spMkLst>
        </pc:spChg>
      </pc:sldChg>
      <pc:sldChg chg="delSp modSp ord">
        <pc:chgData name="sidsamad192@gmail.com" userId="c7bb7bfb01225628" providerId="LiveId" clId="{F678DF7E-5B18-3080-ADC8-A3894592A165}" dt="2026-02-24T11:13:56.697" v="839" actId="1076"/>
        <pc:sldMkLst>
          <pc:docMk/>
          <pc:sldMk cId="283077626" sldId="262"/>
        </pc:sldMkLst>
        <pc:spChg chg="mod">
          <ac:chgData name="sidsamad192@gmail.com" userId="c7bb7bfb01225628" providerId="LiveId" clId="{F678DF7E-5B18-3080-ADC8-A3894592A165}" dt="2026-02-24T11:08:22.885" v="727" actId="20577"/>
          <ac:spMkLst>
            <pc:docMk/>
            <pc:sldMk cId="283077626" sldId="262"/>
            <ac:spMk id="2" creationId="{E8508B0A-6C7D-0B6E-26EB-DE7C8DCA45C1}"/>
          </ac:spMkLst>
        </pc:spChg>
        <pc:spChg chg="mod">
          <ac:chgData name="sidsamad192@gmail.com" userId="c7bb7bfb01225628" providerId="LiveId" clId="{F678DF7E-5B18-3080-ADC8-A3894592A165}" dt="2026-02-24T11:13:38.826" v="838" actId="20577"/>
          <ac:spMkLst>
            <pc:docMk/>
            <pc:sldMk cId="283077626" sldId="262"/>
            <ac:spMk id="3" creationId="{BDBF6C3B-09DB-0663-8DB3-C122A84A2ECB}"/>
          </ac:spMkLst>
        </pc:spChg>
        <pc:picChg chg="del">
          <ac:chgData name="sidsamad192@gmail.com" userId="c7bb7bfb01225628" providerId="LiveId" clId="{F678DF7E-5B18-3080-ADC8-A3894592A165}" dt="2026-02-24T10:49:32.796" v="478" actId="21"/>
          <ac:picMkLst>
            <pc:docMk/>
            <pc:sldMk cId="283077626" sldId="262"/>
            <ac:picMk id="5" creationId="{1DF728A4-D98D-E3AB-D442-615243721831}"/>
          </ac:picMkLst>
        </pc:picChg>
      </pc:sldChg>
      <pc:sldChg chg="delSp modSp ord">
        <pc:chgData name="sidsamad192@gmail.com" userId="c7bb7bfb01225628" providerId="LiveId" clId="{F678DF7E-5B18-3080-ADC8-A3894592A165}" dt="2026-02-24T11:25:32.592" v="1025" actId="1076"/>
        <pc:sldMkLst>
          <pc:docMk/>
          <pc:sldMk cId="1590260398" sldId="263"/>
        </pc:sldMkLst>
        <pc:spChg chg="mod">
          <ac:chgData name="sidsamad192@gmail.com" userId="c7bb7bfb01225628" providerId="LiveId" clId="{F678DF7E-5B18-3080-ADC8-A3894592A165}" dt="2026-02-24T11:21:29.712" v="872" actId="20577"/>
          <ac:spMkLst>
            <pc:docMk/>
            <pc:sldMk cId="1590260398" sldId="263"/>
            <ac:spMk id="5" creationId="{4891FFC4-B5C9-B028-5B95-AEA545F4AACB}"/>
          </ac:spMkLst>
        </pc:spChg>
        <pc:spChg chg="mod">
          <ac:chgData name="sidsamad192@gmail.com" userId="c7bb7bfb01225628" providerId="LiveId" clId="{F678DF7E-5B18-3080-ADC8-A3894592A165}" dt="2026-02-24T11:25:15.281" v="1023" actId="20577"/>
          <ac:spMkLst>
            <pc:docMk/>
            <pc:sldMk cId="1590260398" sldId="263"/>
            <ac:spMk id="11" creationId="{0E55BDE1-1ED5-52AF-F653-2EE98EF2301B}"/>
          </ac:spMkLst>
        </pc:spChg>
        <pc:picChg chg="del">
          <ac:chgData name="sidsamad192@gmail.com" userId="c7bb7bfb01225628" providerId="LiveId" clId="{F678DF7E-5B18-3080-ADC8-A3894592A165}" dt="2026-02-24T11:21:09.342" v="840" actId="21"/>
          <ac:picMkLst>
            <pc:docMk/>
            <pc:sldMk cId="1590260398" sldId="263"/>
            <ac:picMk id="9" creationId="{EE18ADF2-A56D-6402-CD7D-C1FF3DC4F77F}"/>
          </ac:picMkLst>
        </pc:picChg>
      </pc:sldChg>
      <pc:sldChg chg="delSp modSp">
        <pc:chgData name="sidsamad192@gmail.com" userId="c7bb7bfb01225628" providerId="LiveId" clId="{F678DF7E-5B18-3080-ADC8-A3894592A165}" dt="2026-02-24T12:59:11.594" v="1107" actId="20577"/>
        <pc:sldMkLst>
          <pc:docMk/>
          <pc:sldMk cId="3132952202" sldId="264"/>
        </pc:sldMkLst>
        <pc:spChg chg="mod">
          <ac:chgData name="sidsamad192@gmail.com" userId="c7bb7bfb01225628" providerId="LiveId" clId="{F678DF7E-5B18-3080-ADC8-A3894592A165}" dt="2026-02-24T12:59:11.594" v="1107" actId="20577"/>
          <ac:spMkLst>
            <pc:docMk/>
            <pc:sldMk cId="3132952202" sldId="264"/>
            <ac:spMk id="13" creationId="{91E6000F-070E-F258-5DA7-895F2401D7C7}"/>
          </ac:spMkLst>
        </pc:spChg>
        <pc:picChg chg="del">
          <ac:chgData name="sidsamad192@gmail.com" userId="c7bb7bfb01225628" providerId="LiveId" clId="{F678DF7E-5B18-3080-ADC8-A3894592A165}" dt="2026-02-24T12:57:56.335" v="1026" actId="21"/>
          <ac:picMkLst>
            <pc:docMk/>
            <pc:sldMk cId="3132952202" sldId="264"/>
            <ac:picMk id="7" creationId="{FDE949C8-1D44-96AE-1567-8B1DC305148D}"/>
          </ac:picMkLst>
        </pc:picChg>
      </pc:sldChg>
      <pc:sldChg chg="addSp delSp modSp ord">
        <pc:chgData name="sidsamad192@gmail.com" userId="c7bb7bfb01225628" providerId="LiveId" clId="{F678DF7E-5B18-3080-ADC8-A3894592A165}" dt="2026-02-24T13:14:03.203" v="1387" actId="1076"/>
        <pc:sldMkLst>
          <pc:docMk/>
          <pc:sldMk cId="3440463166" sldId="265"/>
        </pc:sldMkLst>
        <pc:spChg chg="mod">
          <ac:chgData name="sidsamad192@gmail.com" userId="c7bb7bfb01225628" providerId="LiveId" clId="{F678DF7E-5B18-3080-ADC8-A3894592A165}" dt="2026-02-24T13:04:08.507" v="1176" actId="20577"/>
          <ac:spMkLst>
            <pc:docMk/>
            <pc:sldMk cId="3440463166" sldId="265"/>
            <ac:spMk id="6" creationId="{6BD5FD90-7329-489B-CF02-87EF957838AF}"/>
          </ac:spMkLst>
        </pc:spChg>
        <pc:spChg chg="add mod">
          <ac:chgData name="sidsamad192@gmail.com" userId="c7bb7bfb01225628" providerId="LiveId" clId="{F678DF7E-5B18-3080-ADC8-A3894592A165}" dt="2026-02-24T13:13:49.396" v="1386" actId="20577"/>
          <ac:spMkLst>
            <pc:docMk/>
            <pc:sldMk cId="3440463166" sldId="265"/>
            <ac:spMk id="7" creationId="{CC0410A8-3167-4C99-D59A-547B8AE07DE2}"/>
          </ac:spMkLst>
        </pc:spChg>
        <pc:spChg chg="mod">
          <ac:chgData name="sidsamad192@gmail.com" userId="c7bb7bfb01225628" providerId="LiveId" clId="{F678DF7E-5B18-3080-ADC8-A3894592A165}" dt="2026-02-24T13:04:26.734" v="1235" actId="20577"/>
          <ac:spMkLst>
            <pc:docMk/>
            <pc:sldMk cId="3440463166" sldId="265"/>
            <ac:spMk id="11" creationId="{77CA7833-5ED8-7A2F-6D92-0BC06871E46E}"/>
          </ac:spMkLst>
        </pc:spChg>
        <pc:picChg chg="del">
          <ac:chgData name="sidsamad192@gmail.com" userId="c7bb7bfb01225628" providerId="LiveId" clId="{F678DF7E-5B18-3080-ADC8-A3894592A165}" dt="2026-02-24T13:03:40.054" v="1108" actId="21"/>
          <ac:picMkLst>
            <pc:docMk/>
            <pc:sldMk cId="3440463166" sldId="265"/>
            <ac:picMk id="8" creationId="{E2B60E90-9A7C-63FE-5104-C4C24CF5C637}"/>
          </ac:picMkLst>
        </pc:picChg>
      </pc:sldChg>
    </pc:docChg>
  </pc:docChgLst>
  <pc:docChgLst>
    <pc:chgData name="sidsamad192@gmail.com" userId="c7bb7bfb01225628" providerId="LiveId" clId="{4DD996BD-7AB7-F147-8C48-7E1DB3B9230D}"/>
    <pc:docChg chg="modSld">
      <pc:chgData name="sidsamad192@gmail.com" userId="c7bb7bfb01225628" providerId="LiveId" clId="{4DD996BD-7AB7-F147-8C48-7E1DB3B9230D}" dt="2024-09-22T12:37:15.443" v="11" actId="14100"/>
      <pc:docMkLst>
        <pc:docMk/>
      </pc:docMkLst>
      <pc:sldChg chg="addSp modSp">
        <pc:chgData name="sidsamad192@gmail.com" userId="c7bb7bfb01225628" providerId="LiveId" clId="{4DD996BD-7AB7-F147-8C48-7E1DB3B9230D}" dt="2024-09-22T12:37:15.443" v="11" actId="14100"/>
        <pc:sldMkLst>
          <pc:docMk/>
          <pc:sldMk cId="0" sldId="258"/>
        </pc:sldMkLst>
      </pc:sldChg>
    </pc:docChg>
  </pc:docChgLst>
  <pc:docChgLst>
    <pc:chgData name="sidsamad192@gmail.com" userId="c7bb7bfb01225628" providerId="LiveId" clId="{9DC05138-E00C-AE4F-B85A-9DA155FA2928}"/>
    <pc:docChg chg="addSld delSld modSld">
      <pc:chgData name="sidsamad192@gmail.com" userId="c7bb7bfb01225628" providerId="LiveId" clId="{9DC05138-E00C-AE4F-B85A-9DA155FA2928}" dt="2024-09-22T17:34:56.308" v="4" actId="21"/>
      <pc:docMkLst>
        <pc:docMk/>
      </pc:docMkLst>
      <pc:sldChg chg="new del mod setBg">
        <pc:chgData name="sidsamad192@gmail.com" userId="c7bb7bfb01225628" providerId="LiveId" clId="{9DC05138-E00C-AE4F-B85A-9DA155FA2928}" dt="2024-09-22T17:34:56.308" v="4" actId="21"/>
        <pc:sldMkLst>
          <pc:docMk/>
          <pc:sldMk cId="2644732975" sldId="267"/>
        </pc:sldMkLst>
      </pc:sldChg>
    </pc:docChg>
  </pc:docChgLst>
  <pc:docChgLst>
    <pc:chgData name="sidsamad192@gmail.com" userId="c7bb7bfb01225628" providerId="LiveId" clId="{9BDF2119-F068-6D44-843E-F253563C78A6}"/>
    <pc:docChg chg="custSel addSld delSld modSld sldOrd">
      <pc:chgData name="sidsamad192@gmail.com" userId="c7bb7bfb01225628" providerId="LiveId" clId="{9BDF2119-F068-6D44-843E-F253563C78A6}" dt="2024-09-23T02:41:37.867" v="36" actId="21"/>
      <pc:docMkLst>
        <pc:docMk/>
      </pc:docMkLst>
      <pc:sldChg chg="addSp delSp modSp new del mod ord setBg">
        <pc:chgData name="sidsamad192@gmail.com" userId="c7bb7bfb01225628" providerId="LiveId" clId="{9BDF2119-F068-6D44-843E-F253563C78A6}" dt="2024-09-23T02:41:37.867" v="36" actId="21"/>
        <pc:sldMkLst>
          <pc:docMk/>
          <pc:sldMk cId="1411259505" sldId="267"/>
        </pc:sldMkLst>
      </pc:sldChg>
      <pc:sldChg chg="addSp delSp modSp new del mod setBg">
        <pc:chgData name="sidsamad192@gmail.com" userId="c7bb7bfb01225628" providerId="LiveId" clId="{9BDF2119-F068-6D44-843E-F253563C78A6}" dt="2024-09-23T02:38:40.267" v="11" actId="21"/>
        <pc:sldMkLst>
          <pc:docMk/>
          <pc:sldMk cId="2998040242" sldId="26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c6f75fce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c6f75fce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c6f75fceb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c6f75fceb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c6f75fceb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c6f75fceb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rina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1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ctrTitle"/>
          </p:nvPr>
        </p:nvSpPr>
        <p:spPr>
          <a:xfrm>
            <a:off x="1268412" y="1188925"/>
            <a:ext cx="6607176" cy="138282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Berlin Sans FB Demi" panose="020E0802020502020306" pitchFamily="34" charset="0"/>
                <a:ea typeface="Berlin Sans FB Demi" panose="02000000000000000000" pitchFamily="2" charset="0"/>
              </a:rPr>
              <a:t>        </a:t>
            </a:r>
            <a:br>
              <a:rPr lang="en-IN" dirty="0">
                <a:latin typeface="Berlin Sans FB Demi" panose="020E0802020502020306" pitchFamily="34" charset="0"/>
                <a:ea typeface="Berlin Sans FB Demi" panose="02000000000000000000" pitchFamily="2" charset="0"/>
              </a:rPr>
            </a:br>
            <a:br>
              <a:rPr lang="en-IN" dirty="0">
                <a:latin typeface="Berlin Sans FB Demi" panose="020E0802020502020306" pitchFamily="34" charset="0"/>
                <a:ea typeface="Berlin Sans FB Demi" panose="02000000000000000000" pitchFamily="2" charset="0"/>
              </a:rPr>
            </a:br>
            <a:br>
              <a:rPr lang="en-IN" dirty="0">
                <a:latin typeface="Berlin Sans FB Demi" panose="020E0802020502020306" pitchFamily="34" charset="0"/>
                <a:ea typeface="Berlin Sans FB Demi" panose="02000000000000000000" pitchFamily="2" charset="0"/>
              </a:rPr>
            </a:br>
            <a:br>
              <a:rPr lang="en-IN" dirty="0">
                <a:latin typeface="Berlin Sans FB Demi" panose="020E0802020502020306" pitchFamily="34" charset="0"/>
                <a:ea typeface="Berlin Sans FB Demi" panose="02000000000000000000" pitchFamily="2" charset="0"/>
              </a:rPr>
            </a:br>
            <a:r>
              <a:rPr lang="en-IN" dirty="0">
                <a:latin typeface="Berlin Sans FB Demi" panose="020E0802020502020306" pitchFamily="34" charset="0"/>
                <a:ea typeface="Berlin Sans FB Demi" panose="02000000000000000000" pitchFamily="2" charset="0"/>
              </a:rPr>
              <a:t>    IBM WATSONX CHATBOT</a:t>
            </a:r>
            <a:endParaRPr dirty="0">
              <a:latin typeface="Berlin Sans FB Demi" panose="020E0802020502020306" pitchFamily="34" charset="0"/>
              <a:ea typeface="Berlin Sans FB Demi" panose="02000000000000000000" pitchFamily="2" charset="0"/>
            </a:endParaRPr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1"/>
          </p:nvPr>
        </p:nvSpPr>
        <p:spPr>
          <a:xfrm>
            <a:off x="2092188" y="2789627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       Integrate with  Static Website </a:t>
            </a:r>
            <a:endParaRPr dirty="0">
              <a:latin typeface="Aptos Serif" panose="02020604070405020304" pitchFamily="18" charset="0"/>
              <a:cs typeface="Aptos Serif" panose="0202060407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10000"/>
          </a:schemeClr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E2170EE-0FF0-9213-C1F2-886DE1E155BA}"/>
              </a:ext>
            </a:extLst>
          </p:cNvPr>
          <p:cNvSpPr txBox="1"/>
          <p:nvPr/>
        </p:nvSpPr>
        <p:spPr>
          <a:xfrm>
            <a:off x="489857" y="-81644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4000" b="1" dirty="0">
                <a:solidFill>
                  <a:schemeClr val="tx1"/>
                </a:solidFill>
                <a:latin typeface="Berlin Sans FB Demi" panose="020E0802020502020306" pitchFamily="34" charset="0"/>
              </a:rPr>
              <a:t>                Technology  Used </a:t>
            </a:r>
            <a:endParaRPr lang="en-US" sz="4000" b="1" dirty="0">
              <a:solidFill>
                <a:schemeClr val="tx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4B5576-4701-7CFF-EC6E-E970F49FF603}"/>
              </a:ext>
            </a:extLst>
          </p:cNvPr>
          <p:cNvSpPr txBox="1"/>
          <p:nvPr/>
        </p:nvSpPr>
        <p:spPr>
          <a:xfrm>
            <a:off x="3657600" y="1555296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075EC2-5FD1-C605-8898-A96A53ED09A4}"/>
              </a:ext>
            </a:extLst>
          </p:cNvPr>
          <p:cNvSpPr txBox="1"/>
          <p:nvPr/>
        </p:nvSpPr>
        <p:spPr>
          <a:xfrm>
            <a:off x="3657600" y="1555296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FBA4E9-ADC7-278B-5D7F-F2180C7FE963}"/>
              </a:ext>
            </a:extLst>
          </p:cNvPr>
          <p:cNvSpPr txBox="1"/>
          <p:nvPr/>
        </p:nvSpPr>
        <p:spPr>
          <a:xfrm>
            <a:off x="3657600" y="1555296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A4F37A-CF5D-64F3-777E-79ABD4F27782}"/>
              </a:ext>
            </a:extLst>
          </p:cNvPr>
          <p:cNvSpPr txBox="1"/>
          <p:nvPr/>
        </p:nvSpPr>
        <p:spPr>
          <a:xfrm>
            <a:off x="0" y="1107996"/>
            <a:ext cx="6218464" cy="40355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4F7F59-1D3C-BFF4-69FF-619653D3E7C2}"/>
              </a:ext>
            </a:extLst>
          </p:cNvPr>
          <p:cNvSpPr txBox="1"/>
          <p:nvPr/>
        </p:nvSpPr>
        <p:spPr>
          <a:xfrm>
            <a:off x="0" y="1107996"/>
            <a:ext cx="6334322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4400" dirty="0">
                <a:solidFill>
                  <a:schemeClr val="accent2"/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.Html- for structure</a:t>
            </a:r>
          </a:p>
          <a:p>
            <a:pPr algn="just"/>
            <a:r>
              <a:rPr lang="en-IN" sz="4400" dirty="0">
                <a:solidFill>
                  <a:schemeClr val="accent2"/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.CSS – for styling </a:t>
            </a:r>
          </a:p>
          <a:p>
            <a:pPr algn="just"/>
            <a:r>
              <a:rPr lang="en-IN" sz="4400" dirty="0">
                <a:solidFill>
                  <a:schemeClr val="accent2"/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.JavaScript-</a:t>
            </a:r>
          </a:p>
          <a:p>
            <a:pPr algn="just"/>
            <a:endParaRPr lang="en-IN" sz="4400" dirty="0">
              <a:solidFill>
                <a:schemeClr val="accent2"/>
              </a:solidFill>
              <a:latin typeface="Aptos Serif" panose="02020604070405020304" pitchFamily="18" charset="0"/>
              <a:cs typeface="Aptos Serif" panose="02020604070405020304" pitchFamily="18" charset="0"/>
            </a:endParaRPr>
          </a:p>
          <a:p>
            <a:pPr marL="742950" indent="-742950" algn="l">
              <a:buFont typeface="+mj-lt"/>
              <a:buAutoNum type="arabicPeriod"/>
            </a:pPr>
            <a:endParaRPr lang="en-IN" sz="4400" dirty="0">
              <a:solidFill>
                <a:schemeClr val="accent2"/>
              </a:solidFill>
              <a:latin typeface="Aptos Serif" panose="02020604070405020304" pitchFamily="18" charset="0"/>
              <a:cs typeface="Aptos Serif" panose="02020604070405020304" pitchFamily="18" charset="0"/>
            </a:endParaRPr>
          </a:p>
          <a:p>
            <a:pPr algn="l"/>
            <a:endParaRPr lang="en-US" sz="4400" dirty="0">
              <a:solidFill>
                <a:schemeClr val="accent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E3CE02-9610-36B7-471C-265BBA07F8E7}"/>
              </a:ext>
            </a:extLst>
          </p:cNvPr>
          <p:cNvSpPr txBox="1"/>
          <p:nvPr/>
        </p:nvSpPr>
        <p:spPr>
          <a:xfrm>
            <a:off x="3535135" y="1616528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6EB67ED-DD66-EDE6-B069-D1C576897A9A}"/>
              </a:ext>
            </a:extLst>
          </p:cNvPr>
          <p:cNvSpPr txBox="1"/>
          <p:nvPr/>
        </p:nvSpPr>
        <p:spPr>
          <a:xfrm>
            <a:off x="3657600" y="1657350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DACA7F-9D27-1365-1495-D1C31ED1C484}"/>
              </a:ext>
            </a:extLst>
          </p:cNvPr>
          <p:cNvSpPr txBox="1"/>
          <p:nvPr/>
        </p:nvSpPr>
        <p:spPr>
          <a:xfrm>
            <a:off x="3657600" y="1657350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6B5DAF-DA9A-D291-471E-B73439B30ABD}"/>
              </a:ext>
            </a:extLst>
          </p:cNvPr>
          <p:cNvSpPr txBox="1"/>
          <p:nvPr/>
        </p:nvSpPr>
        <p:spPr>
          <a:xfrm>
            <a:off x="3657600" y="1657350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FB4F9A-F027-C17B-B666-4041CAB36115}"/>
              </a:ext>
            </a:extLst>
          </p:cNvPr>
          <p:cNvSpPr txBox="1"/>
          <p:nvPr/>
        </p:nvSpPr>
        <p:spPr>
          <a:xfrm>
            <a:off x="0" y="0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D5FD90-7329-489B-CF02-87EF957838AF}"/>
              </a:ext>
            </a:extLst>
          </p:cNvPr>
          <p:cNvSpPr txBox="1"/>
          <p:nvPr/>
        </p:nvSpPr>
        <p:spPr>
          <a:xfrm>
            <a:off x="0" y="0"/>
            <a:ext cx="9144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5400" dirty="0">
                <a:solidFill>
                  <a:schemeClr val="tx2"/>
                </a:solidFill>
                <a:latin typeface="Berlin Sans FB Demi" panose="020E0802020502020306" pitchFamily="34" charset="0"/>
              </a:rPr>
              <a:t>HOW TO DO IT ? </a:t>
            </a:r>
            <a:endParaRPr lang="en-US" sz="5400" dirty="0">
              <a:solidFill>
                <a:schemeClr val="tx2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68FE2A-B8E2-DC5B-A116-B02B2370508D}"/>
              </a:ext>
            </a:extLst>
          </p:cNvPr>
          <p:cNvSpPr txBox="1"/>
          <p:nvPr/>
        </p:nvSpPr>
        <p:spPr>
          <a:xfrm>
            <a:off x="0" y="-749300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FD49E2-31E4-9692-950C-DC74DDB99E51}"/>
              </a:ext>
            </a:extLst>
          </p:cNvPr>
          <p:cNvSpPr txBox="1"/>
          <p:nvPr/>
        </p:nvSpPr>
        <p:spPr>
          <a:xfrm>
            <a:off x="3494314" y="1283153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CA7833-5ED8-7A2F-6D92-0BC06871E46E}"/>
              </a:ext>
            </a:extLst>
          </p:cNvPr>
          <p:cNvSpPr txBox="1"/>
          <p:nvPr/>
        </p:nvSpPr>
        <p:spPr>
          <a:xfrm>
            <a:off x="0" y="914400"/>
            <a:ext cx="9144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IN" sz="4000" dirty="0">
              <a:solidFill>
                <a:schemeClr val="accent2"/>
              </a:solidFill>
              <a:latin typeface="Aptos Serif" panose="02020604070405020304" pitchFamily="18" charset="0"/>
              <a:cs typeface="Aptos Serif" panose="02020604070405020304" pitchFamily="18" charset="0"/>
            </a:endParaRPr>
          </a:p>
          <a:p>
            <a:pPr algn="l"/>
            <a:endParaRPr lang="en-IN" sz="4000" dirty="0">
              <a:solidFill>
                <a:schemeClr val="accent2"/>
              </a:solidFill>
              <a:latin typeface="Aptos Serif" panose="02020604070405020304" pitchFamily="18" charset="0"/>
              <a:cs typeface="Aptos Serif" panose="02020604070405020304" pitchFamily="18" charset="0"/>
            </a:endParaRPr>
          </a:p>
          <a:p>
            <a:pPr algn="l"/>
            <a:endParaRPr lang="en-US" sz="4000" dirty="0">
              <a:solidFill>
                <a:schemeClr val="accent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0410A8-3167-4C99-D59A-547B8AE07DE2}"/>
              </a:ext>
            </a:extLst>
          </p:cNvPr>
          <p:cNvSpPr txBox="1"/>
          <p:nvPr/>
        </p:nvSpPr>
        <p:spPr>
          <a:xfrm>
            <a:off x="-1" y="1283152"/>
            <a:ext cx="9143999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4400" dirty="0">
                <a:solidFill>
                  <a:schemeClr val="accent2"/>
                </a:solidFill>
              </a:rPr>
              <a:t>Sign up and create services</a:t>
            </a:r>
          </a:p>
          <a:p>
            <a:pPr algn="l"/>
            <a:r>
              <a:rPr lang="en-IN" sz="4400" dirty="0">
                <a:solidFill>
                  <a:schemeClr val="accent2"/>
                </a:solidFill>
              </a:rPr>
              <a:t>Create Your First Assistant</a:t>
            </a:r>
          </a:p>
          <a:p>
            <a:pPr algn="l"/>
            <a:r>
              <a:rPr lang="en-IN" sz="4400" dirty="0">
                <a:solidFill>
                  <a:schemeClr val="accent2"/>
                </a:solidFill>
              </a:rPr>
              <a:t>Train and Test</a:t>
            </a:r>
          </a:p>
          <a:p>
            <a:pPr algn="l"/>
            <a:r>
              <a:rPr lang="en-IN" sz="4400" dirty="0">
                <a:solidFill>
                  <a:schemeClr val="accent2"/>
                </a:solidFill>
              </a:rPr>
              <a:t>Deploy (Embed) </a:t>
            </a:r>
          </a:p>
          <a:p>
            <a:pPr algn="l"/>
            <a:endParaRPr lang="en-IN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0463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ABBFED4-FAE1-7E13-8B41-B5A3F62F9362}"/>
              </a:ext>
            </a:extLst>
          </p:cNvPr>
          <p:cNvSpPr txBox="1"/>
          <p:nvPr/>
        </p:nvSpPr>
        <p:spPr>
          <a:xfrm>
            <a:off x="1167493" y="-1690008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7DD29A-CAAE-4E74-6722-B5FCA8EAAF68}"/>
              </a:ext>
            </a:extLst>
          </p:cNvPr>
          <p:cNvSpPr txBox="1"/>
          <p:nvPr/>
        </p:nvSpPr>
        <p:spPr>
          <a:xfrm>
            <a:off x="0" y="0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709344-0AA7-C798-6086-CCC37148C584}"/>
              </a:ext>
            </a:extLst>
          </p:cNvPr>
          <p:cNvSpPr txBox="1"/>
          <p:nvPr/>
        </p:nvSpPr>
        <p:spPr>
          <a:xfrm>
            <a:off x="3657600" y="813707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91FFC4-B5C9-B028-5B95-AEA545F4AACB}"/>
              </a:ext>
            </a:extLst>
          </p:cNvPr>
          <p:cNvSpPr txBox="1"/>
          <p:nvPr/>
        </p:nvSpPr>
        <p:spPr>
          <a:xfrm>
            <a:off x="0" y="0"/>
            <a:ext cx="9144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6600" dirty="0">
                <a:solidFill>
                  <a:schemeClr val="tx2"/>
                </a:solidFill>
              </a:rPr>
              <a:t>      INTRODUCTION</a:t>
            </a:r>
            <a:endParaRPr lang="en-US" sz="6600" dirty="0">
              <a:solidFill>
                <a:schemeClr val="tx2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55BDE1-1ED5-52AF-F653-2EE98EF2301B}"/>
              </a:ext>
            </a:extLst>
          </p:cNvPr>
          <p:cNvSpPr txBox="1"/>
          <p:nvPr/>
        </p:nvSpPr>
        <p:spPr>
          <a:xfrm>
            <a:off x="0" y="952499"/>
            <a:ext cx="8831036" cy="99411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IN" sz="4000" dirty="0">
              <a:solidFill>
                <a:schemeClr val="accent2"/>
              </a:solidFill>
              <a:latin typeface="Aptos Serif" panose="02020604070405020304" pitchFamily="18" charset="0"/>
              <a:cs typeface="Aptos Serif" panose="02020604070405020304" pitchFamily="18" charset="0"/>
            </a:endParaRPr>
          </a:p>
          <a:p>
            <a:pPr algn="l"/>
            <a:r>
              <a:rPr lang="en-IN" sz="4000" dirty="0">
                <a:solidFill>
                  <a:schemeClr val="accent2"/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“Hello! 👋 I’m the Railway assistant. I can help you with:
1:🚆Train schedule 
2:🎟 PNR status
3:💰Ticket fair 
What would you like to do?”</a:t>
            </a:r>
          </a:p>
          <a:p>
            <a:pPr algn="l"/>
            <a:endParaRPr lang="en-IN" sz="4000" dirty="0">
              <a:solidFill>
                <a:schemeClr val="accent2"/>
              </a:solidFill>
              <a:latin typeface="Aptos Serif" panose="02020604070405020304" pitchFamily="18" charset="0"/>
              <a:cs typeface="Aptos Serif" panose="02020604070405020304" pitchFamily="18" charset="0"/>
            </a:endParaRPr>
          </a:p>
          <a:p>
            <a:pPr algn="l"/>
            <a:endParaRPr lang="en-IN" sz="4000" dirty="0">
              <a:solidFill>
                <a:schemeClr val="accent2"/>
              </a:solidFill>
              <a:latin typeface="Aptos Serif" panose="02020604070405020304" pitchFamily="18" charset="0"/>
              <a:cs typeface="Aptos Serif" panose="02020604070405020304" pitchFamily="18" charset="0"/>
            </a:endParaRPr>
          </a:p>
          <a:p>
            <a:pPr algn="l"/>
            <a:endParaRPr lang="en-IN" sz="4000" dirty="0">
              <a:solidFill>
                <a:schemeClr val="accent2"/>
              </a:solidFill>
              <a:latin typeface="Aptos Serif" panose="02020604070405020304" pitchFamily="18" charset="0"/>
              <a:cs typeface="Aptos Serif" panose="02020604070405020304" pitchFamily="18" charset="0"/>
            </a:endParaRPr>
          </a:p>
          <a:p>
            <a:pPr algn="l"/>
            <a:endParaRPr lang="en-IN" sz="4000" dirty="0">
              <a:solidFill>
                <a:schemeClr val="accent2"/>
              </a:solidFill>
              <a:latin typeface="Aptos Serif" panose="02020604070405020304" pitchFamily="18" charset="0"/>
              <a:cs typeface="Aptos Serif" panose="02020604070405020304" pitchFamily="18" charset="0"/>
            </a:endParaRPr>
          </a:p>
          <a:p>
            <a:pPr algn="l"/>
            <a:endParaRPr lang="en-IN" sz="4000" dirty="0">
              <a:solidFill>
                <a:schemeClr val="accent2"/>
              </a:solidFill>
              <a:latin typeface="Aptos Serif" panose="02020604070405020304" pitchFamily="18" charset="0"/>
              <a:cs typeface="Aptos Serif" panose="02020604070405020304" pitchFamily="18" charset="0"/>
            </a:endParaRPr>
          </a:p>
          <a:p>
            <a:pPr algn="l"/>
            <a:endParaRPr lang="en-IN" sz="4000" dirty="0">
              <a:solidFill>
                <a:schemeClr val="accent2"/>
              </a:solidFill>
              <a:latin typeface="Aptos Serif" panose="02020604070405020304" pitchFamily="18" charset="0"/>
              <a:cs typeface="Aptos Serif" panose="02020604070405020304" pitchFamily="18" charset="0"/>
            </a:endParaRPr>
          </a:p>
          <a:p>
            <a:pPr algn="l"/>
            <a:endParaRPr lang="en-IN" sz="4000" dirty="0">
              <a:solidFill>
                <a:schemeClr val="accent2"/>
              </a:solidFill>
            </a:endParaRPr>
          </a:p>
          <a:p>
            <a:pPr algn="l"/>
            <a:endParaRPr lang="en-IN" sz="4000" dirty="0">
              <a:solidFill>
                <a:schemeClr val="accent2"/>
              </a:solidFill>
            </a:endParaRPr>
          </a:p>
          <a:p>
            <a:pPr algn="l"/>
            <a:endParaRPr lang="en-US" sz="4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02603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23AB0B1-E119-8E3F-F26B-0AAB112ED8D7}"/>
              </a:ext>
            </a:extLst>
          </p:cNvPr>
          <p:cNvSpPr txBox="1"/>
          <p:nvPr/>
        </p:nvSpPr>
        <p:spPr>
          <a:xfrm>
            <a:off x="0" y="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4800" dirty="0">
                <a:solidFill>
                  <a:schemeClr val="tx1"/>
                </a:solidFill>
                <a:latin typeface="Berlin Sans FB Demi" panose="020E0802020502020306" pitchFamily="34" charset="0"/>
              </a:rPr>
              <a:t>                    INTENT</a:t>
            </a:r>
            <a:endParaRPr lang="en-US" sz="4800" dirty="0">
              <a:solidFill>
                <a:schemeClr val="tx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018387-6134-1A78-B9F4-7A6C6C72E388}"/>
              </a:ext>
            </a:extLst>
          </p:cNvPr>
          <p:cNvSpPr txBox="1"/>
          <p:nvPr/>
        </p:nvSpPr>
        <p:spPr>
          <a:xfrm>
            <a:off x="0" y="1154651"/>
            <a:ext cx="10688409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4000" dirty="0">
                <a:solidFill>
                  <a:schemeClr val="accent2"/>
                </a:solidFill>
              </a:rPr>
              <a:t>. It is about teaching the AI to understand the goal behind what a user says, rather than just matching keywords</a:t>
            </a:r>
          </a:p>
          <a:p>
            <a:pPr algn="l"/>
            <a:r>
              <a:rPr lang="en-IN" sz="4400" dirty="0">
                <a:solidFill>
                  <a:schemeClr val="accent6"/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.Use Unique, Clear Names: </a:t>
            </a:r>
          </a:p>
          <a:p>
            <a:pPr algn="l"/>
            <a:r>
              <a:rPr lang="en-IN" sz="4400" dirty="0">
                <a:solidFill>
                  <a:schemeClr val="accent6"/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.Handle “Irrelevant” Input</a:t>
            </a:r>
            <a:endParaRPr lang="en-US" sz="4400" dirty="0">
              <a:solidFill>
                <a:schemeClr val="accent6"/>
              </a:solidFill>
              <a:latin typeface="Aptos Serif" panose="02020604070405020304" pitchFamily="18" charset="0"/>
              <a:cs typeface="Aptos Serif" panose="0202060407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387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508B0A-6C7D-0B6E-26EB-DE7C8DCA45C1}"/>
              </a:ext>
            </a:extLst>
          </p:cNvPr>
          <p:cNvSpPr txBox="1"/>
          <p:nvPr/>
        </p:nvSpPr>
        <p:spPr>
          <a:xfrm>
            <a:off x="0" y="0"/>
            <a:ext cx="9144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6600" dirty="0">
                <a:solidFill>
                  <a:schemeClr val="tx2"/>
                </a:solidFill>
              </a:rPr>
              <a:t>          </a:t>
            </a:r>
            <a:r>
              <a:rPr lang="en-IN" sz="6600" dirty="0">
                <a:solidFill>
                  <a:schemeClr val="tx2"/>
                </a:solidFill>
                <a:latin typeface="Berlin Sans FB Demi" panose="020E0802020502020306" pitchFamily="34" charset="0"/>
              </a:rPr>
              <a:t>ENTITY</a:t>
            </a:r>
            <a:endParaRPr lang="en-US" sz="6600" dirty="0">
              <a:solidFill>
                <a:schemeClr val="tx2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BF6C3B-09DB-0663-8DB3-C122A84A2ECB}"/>
              </a:ext>
            </a:extLst>
          </p:cNvPr>
          <p:cNvSpPr txBox="1"/>
          <p:nvPr/>
        </p:nvSpPr>
        <p:spPr>
          <a:xfrm>
            <a:off x="0" y="1107996"/>
            <a:ext cx="847725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4400" dirty="0">
                <a:solidFill>
                  <a:schemeClr val="accent2"/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It</a:t>
            </a:r>
            <a:r>
              <a:rPr lang="en-IN" sz="4400" dirty="0">
                <a:solidFill>
                  <a:schemeClr val="accent6"/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 </a:t>
            </a:r>
            <a:r>
              <a:rPr lang="en-IN" sz="4400" dirty="0">
                <a:solidFill>
                  <a:schemeClr val="accent2"/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helps</a:t>
            </a:r>
            <a:r>
              <a:rPr lang="en-IN" sz="4400" dirty="0">
                <a:solidFill>
                  <a:schemeClr val="accent6"/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 </a:t>
            </a:r>
            <a:r>
              <a:rPr lang="en-IN" sz="4400" dirty="0">
                <a:solidFill>
                  <a:schemeClr val="accent2"/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the</a:t>
            </a:r>
            <a:r>
              <a:rPr lang="en-IN" sz="4400" dirty="0">
                <a:solidFill>
                  <a:schemeClr val="accent6"/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 </a:t>
            </a:r>
            <a:r>
              <a:rPr lang="en-IN" sz="4400" dirty="0">
                <a:solidFill>
                  <a:schemeClr val="accent2"/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bot</a:t>
            </a:r>
            <a:r>
              <a:rPr lang="en-IN" sz="4400" dirty="0">
                <a:solidFill>
                  <a:schemeClr val="accent6"/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 </a:t>
            </a:r>
            <a:r>
              <a:rPr lang="en-IN" sz="4400" dirty="0">
                <a:solidFill>
                  <a:schemeClr val="accent2"/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understand</a:t>
            </a:r>
            <a:r>
              <a:rPr lang="en-IN" sz="4400" dirty="0">
                <a:solidFill>
                  <a:schemeClr val="accent6"/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 </a:t>
            </a:r>
            <a:r>
              <a:rPr lang="en-IN" sz="4400" dirty="0">
                <a:solidFill>
                  <a:schemeClr val="accent2"/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the</a:t>
            </a:r>
            <a:r>
              <a:rPr lang="en-IN" sz="4400" dirty="0">
                <a:solidFill>
                  <a:schemeClr val="accent6"/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 </a:t>
            </a:r>
            <a:r>
              <a:rPr lang="en-IN" sz="4400" dirty="0">
                <a:solidFill>
                  <a:schemeClr val="accent2"/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details</a:t>
            </a:r>
            <a:r>
              <a:rPr lang="en-IN" sz="4400" dirty="0">
                <a:solidFill>
                  <a:schemeClr val="accent6"/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 </a:t>
            </a:r>
            <a:r>
              <a:rPr lang="en-IN" sz="4400" dirty="0">
                <a:solidFill>
                  <a:schemeClr val="accent2"/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behind</a:t>
            </a:r>
            <a:r>
              <a:rPr lang="en-IN" sz="4400" dirty="0">
                <a:solidFill>
                  <a:schemeClr val="accent6"/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 </a:t>
            </a:r>
            <a:r>
              <a:rPr lang="en-IN" sz="4400" dirty="0">
                <a:solidFill>
                  <a:schemeClr val="accent2"/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an</a:t>
            </a:r>
            <a:r>
              <a:rPr lang="en-IN" sz="4400" dirty="0">
                <a:solidFill>
                  <a:schemeClr val="accent6"/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 </a:t>
            </a:r>
            <a:r>
              <a:rPr lang="en-IN" sz="4400" dirty="0">
                <a:solidFill>
                  <a:schemeClr val="accent2"/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intent. </a:t>
            </a:r>
            <a:endParaRPr lang="en-IN" sz="4400" dirty="0">
              <a:solidFill>
                <a:schemeClr val="accent6"/>
              </a:solidFill>
              <a:latin typeface="Aptos Serif" panose="02020604070405020304" pitchFamily="18" charset="0"/>
              <a:cs typeface="Aptos Serif" panose="02020604070405020304" pitchFamily="18" charset="0"/>
            </a:endParaRPr>
          </a:p>
          <a:p>
            <a:pPr algn="l"/>
            <a:r>
              <a:rPr lang="en-IN" sz="4400" dirty="0">
                <a:solidFill>
                  <a:schemeClr val="accent6"/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Define</a:t>
            </a:r>
            <a:r>
              <a:rPr lang="en-IN" sz="4400" dirty="0">
                <a:solidFill>
                  <a:schemeClr val="accent2"/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 </a:t>
            </a:r>
            <a:r>
              <a:rPr lang="en-IN" sz="4400" dirty="0">
                <a:solidFill>
                  <a:schemeClr val="accent6"/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Synonyms:</a:t>
            </a:r>
            <a:endParaRPr lang="en-IN" sz="4400" dirty="0">
              <a:solidFill>
                <a:schemeClr val="accent2"/>
              </a:solidFill>
              <a:latin typeface="Aptos Serif" panose="02020604070405020304" pitchFamily="18" charset="0"/>
              <a:cs typeface="Aptos Serif" panose="02020604070405020304" pitchFamily="18" charset="0"/>
            </a:endParaRPr>
          </a:p>
          <a:p>
            <a:pPr algn="l"/>
            <a:r>
              <a:rPr lang="en-IN" sz="4400" dirty="0">
                <a:solidFill>
                  <a:schemeClr val="accent6"/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Keep</a:t>
            </a:r>
            <a:r>
              <a:rPr lang="en-IN" sz="4400" dirty="0">
                <a:solidFill>
                  <a:schemeClr val="accent2"/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 </a:t>
            </a:r>
            <a:r>
              <a:rPr lang="en-IN" sz="4400" dirty="0">
                <a:solidFill>
                  <a:schemeClr val="accent6"/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it</a:t>
            </a:r>
            <a:r>
              <a:rPr lang="en-IN" sz="4400" dirty="0">
                <a:solidFill>
                  <a:schemeClr val="accent2"/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 </a:t>
            </a:r>
            <a:r>
              <a:rPr lang="en-IN" sz="4400" dirty="0">
                <a:solidFill>
                  <a:schemeClr val="accent6"/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Simple:</a:t>
            </a:r>
            <a:endParaRPr lang="en-IN" sz="4400" dirty="0">
              <a:solidFill>
                <a:schemeClr val="accent2"/>
              </a:solidFill>
              <a:latin typeface="Aptos Serif" panose="02020604070405020304" pitchFamily="18" charset="0"/>
              <a:cs typeface="Aptos Serif" panose="02020604070405020304" pitchFamily="18" charset="0"/>
            </a:endParaRPr>
          </a:p>
          <a:p>
            <a:pPr algn="l"/>
            <a:r>
              <a:rPr lang="en-IN" sz="4400" dirty="0">
                <a:solidFill>
                  <a:schemeClr val="accent6"/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Use</a:t>
            </a:r>
            <a:r>
              <a:rPr lang="en-IN" sz="4400" dirty="0">
                <a:solidFill>
                  <a:schemeClr val="accent2"/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 </a:t>
            </a:r>
            <a:r>
              <a:rPr lang="en-IN" sz="4400" dirty="0">
                <a:solidFill>
                  <a:schemeClr val="accent6"/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Contextual</a:t>
            </a:r>
            <a:r>
              <a:rPr lang="en-IN" sz="4400" dirty="0">
                <a:solidFill>
                  <a:schemeClr val="accent2"/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 </a:t>
            </a:r>
            <a:r>
              <a:rPr lang="en-IN" sz="4400" dirty="0">
                <a:solidFill>
                  <a:schemeClr val="accent6"/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Entities:</a:t>
            </a:r>
            <a:endParaRPr lang="en-IN" sz="4400" dirty="0">
              <a:solidFill>
                <a:schemeClr val="accent2"/>
              </a:solidFill>
              <a:latin typeface="Aptos Serif" panose="02020604070405020304" pitchFamily="18" charset="0"/>
              <a:cs typeface="Aptos Serif" panose="02020604070405020304" pitchFamily="18" charset="0"/>
            </a:endParaRPr>
          </a:p>
          <a:p>
            <a:pPr algn="l"/>
            <a:endParaRPr lang="en-US" sz="44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0776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CCA510-55BF-4DE9-9B27-C1CCDC6711B7}"/>
              </a:ext>
            </a:extLst>
          </p:cNvPr>
          <p:cNvSpPr txBox="1"/>
          <p:nvPr/>
        </p:nvSpPr>
        <p:spPr>
          <a:xfrm>
            <a:off x="0" y="0"/>
            <a:ext cx="9144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6600" dirty="0">
                <a:solidFill>
                  <a:schemeClr val="tx2"/>
                </a:solidFill>
              </a:rPr>
              <a:t>          </a:t>
            </a:r>
            <a:r>
              <a:rPr lang="en-IN" sz="6600" dirty="0">
                <a:solidFill>
                  <a:schemeClr val="tx2"/>
                </a:solidFill>
                <a:latin typeface="Berlin Sans FB Demi" panose="020E0802020502020306" pitchFamily="34" charset="0"/>
              </a:rPr>
              <a:t>Conclusion</a:t>
            </a:r>
            <a:endParaRPr lang="en-US" sz="6600" dirty="0">
              <a:solidFill>
                <a:schemeClr val="tx2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66964C-2726-19DD-B9BA-058BB7CE8B09}"/>
              </a:ext>
            </a:extLst>
          </p:cNvPr>
          <p:cNvSpPr txBox="1"/>
          <p:nvPr/>
        </p:nvSpPr>
        <p:spPr>
          <a:xfrm>
            <a:off x="3657600" y="1555296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DC235A-38F3-2961-9740-9A11792CA1E8}"/>
              </a:ext>
            </a:extLst>
          </p:cNvPr>
          <p:cNvSpPr txBox="1"/>
          <p:nvPr/>
        </p:nvSpPr>
        <p:spPr>
          <a:xfrm>
            <a:off x="3657600" y="1555296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C6156E-802D-5CEC-A9F4-8CC76302F992}"/>
              </a:ext>
            </a:extLst>
          </p:cNvPr>
          <p:cNvSpPr txBox="1"/>
          <p:nvPr/>
        </p:nvSpPr>
        <p:spPr>
          <a:xfrm>
            <a:off x="3657600" y="1555296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B47BD7-B2DB-889B-268D-BE5F49946462}"/>
              </a:ext>
            </a:extLst>
          </p:cNvPr>
          <p:cNvSpPr txBox="1"/>
          <p:nvPr/>
        </p:nvSpPr>
        <p:spPr>
          <a:xfrm>
            <a:off x="4082143" y="2916996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33A1A9-C7AC-F04B-F0AA-5DB12AE01E21}"/>
              </a:ext>
            </a:extLst>
          </p:cNvPr>
          <p:cNvSpPr txBox="1"/>
          <p:nvPr/>
        </p:nvSpPr>
        <p:spPr>
          <a:xfrm>
            <a:off x="-1" y="942973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4000" dirty="0">
                <a:solidFill>
                  <a:schemeClr val="accent2"/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Means summarising your message</a:t>
            </a:r>
            <a:endParaRPr lang="en-US" sz="4000" dirty="0">
              <a:solidFill>
                <a:schemeClr val="accent2"/>
              </a:solidFill>
              <a:latin typeface="Aptos Serif" panose="02020604070405020304" pitchFamily="18" charset="0"/>
              <a:cs typeface="Aptos Serif" panose="0202060407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012CF1-E10F-9D12-6CB4-F4C6D706A820}"/>
              </a:ext>
            </a:extLst>
          </p:cNvPr>
          <p:cNvSpPr txBox="1"/>
          <p:nvPr/>
        </p:nvSpPr>
        <p:spPr>
          <a:xfrm>
            <a:off x="3548743" y="1555296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253885-F0BE-42D0-A861-EF29858C8A4C}"/>
              </a:ext>
            </a:extLst>
          </p:cNvPr>
          <p:cNvSpPr txBox="1"/>
          <p:nvPr/>
        </p:nvSpPr>
        <p:spPr>
          <a:xfrm>
            <a:off x="3548743" y="1555296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CA1970-DE3A-A955-D213-AF5EA5E0A3A7}"/>
              </a:ext>
            </a:extLst>
          </p:cNvPr>
          <p:cNvSpPr txBox="1"/>
          <p:nvPr/>
        </p:nvSpPr>
        <p:spPr>
          <a:xfrm>
            <a:off x="3548743" y="1555296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E6000F-070E-F258-5DA7-895F2401D7C7}"/>
              </a:ext>
            </a:extLst>
          </p:cNvPr>
          <p:cNvSpPr txBox="1"/>
          <p:nvPr/>
        </p:nvSpPr>
        <p:spPr>
          <a:xfrm>
            <a:off x="81641" y="942974"/>
            <a:ext cx="887185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IN" sz="4000" dirty="0">
              <a:solidFill>
                <a:schemeClr val="accent2"/>
              </a:solidFill>
              <a:latin typeface="Aptos Serif" panose="02020604070405020304" pitchFamily="18" charset="0"/>
              <a:cs typeface="Aptos Serif" panose="02020604070405020304" pitchFamily="18" charset="0"/>
            </a:endParaRPr>
          </a:p>
          <a:p>
            <a:pPr algn="l"/>
            <a:endParaRPr lang="en-IN" sz="4000" dirty="0">
              <a:solidFill>
                <a:schemeClr val="accent2"/>
              </a:solidFill>
              <a:latin typeface="Aptos Serif" panose="02020604070405020304" pitchFamily="18" charset="0"/>
              <a:cs typeface="Aptos Serif" panose="02020604070405020304" pitchFamily="18" charset="0"/>
            </a:endParaRPr>
          </a:p>
          <a:p>
            <a:pPr algn="l"/>
            <a:r>
              <a:rPr lang="en-IN" sz="4000" dirty="0">
                <a:solidFill>
                  <a:schemeClr val="accent2"/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When crafting the </a:t>
            </a:r>
            <a:r>
              <a:rPr lang="en-IN" sz="4000" dirty="0" err="1">
                <a:solidFill>
                  <a:schemeClr val="accent2"/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conclusion.The</a:t>
            </a:r>
            <a:r>
              <a:rPr lang="en-IN" sz="4000">
                <a:solidFill>
                  <a:schemeClr val="accent2"/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 goal is to leave the user with a helpful, polite, and clear final interaction.</a:t>
            </a:r>
            <a:endParaRPr lang="en-IN" sz="4000" dirty="0">
              <a:solidFill>
                <a:schemeClr val="accent2"/>
              </a:solidFill>
              <a:latin typeface="Aptos Serif" panose="02020604070405020304" pitchFamily="18" charset="0"/>
              <a:cs typeface="Aptos Serif" panose="02020604070405020304" pitchFamily="18" charset="0"/>
            </a:endParaRPr>
          </a:p>
          <a:p>
            <a:pPr algn="l"/>
            <a:endParaRPr lang="en-IN" sz="4000" dirty="0">
              <a:solidFill>
                <a:schemeClr val="accent2"/>
              </a:solidFill>
              <a:latin typeface="Aptos Serif" panose="02020604070405020304" pitchFamily="18" charset="0"/>
              <a:cs typeface="Aptos Serif" panose="0202060407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29522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10000"/>
          </a:schemeClr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/>
          <p:nvPr/>
        </p:nvSpPr>
        <p:spPr>
          <a:xfrm>
            <a:off x="0" y="0"/>
            <a:ext cx="9161100" cy="2484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18"/>
          <p:cNvSpPr txBox="1">
            <a:spLocks noGrp="1"/>
          </p:cNvSpPr>
          <p:nvPr>
            <p:ph type="title" idx="4294967295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>
                <a:solidFill>
                  <a:schemeClr val="accent1"/>
                </a:solidFill>
                <a:latin typeface="Berlin Sans FB Demi" panose="020E0802020502020306" pitchFamily="34" charset="0"/>
              </a:rPr>
              <a:t>REVIEW ⭐ </a:t>
            </a:r>
            <a:endParaRPr sz="4000">
              <a:solidFill>
                <a:schemeClr val="accent1"/>
              </a:solidFill>
              <a:latin typeface="Berlin Sans FB Demi" panose="020E0802020502020306" pitchFamily="34" charset="0"/>
            </a:endParaRPr>
          </a:p>
        </p:txBody>
      </p:sp>
      <p:grpSp>
        <p:nvGrpSpPr>
          <p:cNvPr id="125" name="Google Shape;125;p18"/>
          <p:cNvGrpSpPr/>
          <p:nvPr/>
        </p:nvGrpSpPr>
        <p:grpSpPr>
          <a:xfrm>
            <a:off x="1211307" y="1705030"/>
            <a:ext cx="1233485" cy="1233485"/>
            <a:chOff x="1700550" y="1498632"/>
            <a:chExt cx="1053900" cy="1053900"/>
          </a:xfrm>
        </p:grpSpPr>
        <p:sp>
          <p:nvSpPr>
            <p:cNvPr id="126" name="Google Shape;126;p18"/>
            <p:cNvSpPr/>
            <p:nvPr/>
          </p:nvSpPr>
          <p:spPr>
            <a:xfrm>
              <a:off x="1700550" y="1498632"/>
              <a:ext cx="1053900" cy="1053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18"/>
            <p:cNvSpPr/>
            <p:nvPr/>
          </p:nvSpPr>
          <p:spPr>
            <a:xfrm>
              <a:off x="1956450" y="1729405"/>
              <a:ext cx="542100" cy="5154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8" name="Google Shape;128;p18"/>
          <p:cNvGrpSpPr/>
          <p:nvPr/>
        </p:nvGrpSpPr>
        <p:grpSpPr>
          <a:xfrm>
            <a:off x="2583323" y="1705030"/>
            <a:ext cx="1233485" cy="1233485"/>
            <a:chOff x="2872812" y="1498619"/>
            <a:chExt cx="1053900" cy="1053900"/>
          </a:xfrm>
        </p:grpSpPr>
        <p:sp>
          <p:nvSpPr>
            <p:cNvPr id="129" name="Google Shape;129;p18"/>
            <p:cNvSpPr/>
            <p:nvPr/>
          </p:nvSpPr>
          <p:spPr>
            <a:xfrm>
              <a:off x="2872812" y="1498619"/>
              <a:ext cx="1053900" cy="1053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18"/>
            <p:cNvSpPr/>
            <p:nvPr/>
          </p:nvSpPr>
          <p:spPr>
            <a:xfrm>
              <a:off x="3128712" y="1729418"/>
              <a:ext cx="542100" cy="5154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1" name="Google Shape;131;p18"/>
          <p:cNvGrpSpPr/>
          <p:nvPr/>
        </p:nvGrpSpPr>
        <p:grpSpPr>
          <a:xfrm>
            <a:off x="3955309" y="1705030"/>
            <a:ext cx="1233485" cy="1233485"/>
            <a:chOff x="4045050" y="1484544"/>
            <a:chExt cx="1053900" cy="1053900"/>
          </a:xfrm>
        </p:grpSpPr>
        <p:sp>
          <p:nvSpPr>
            <p:cNvPr id="132" name="Google Shape;132;p18"/>
            <p:cNvSpPr/>
            <p:nvPr/>
          </p:nvSpPr>
          <p:spPr>
            <a:xfrm>
              <a:off x="4045050" y="1484544"/>
              <a:ext cx="1053900" cy="1053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18"/>
            <p:cNvSpPr/>
            <p:nvPr/>
          </p:nvSpPr>
          <p:spPr>
            <a:xfrm>
              <a:off x="4300950" y="1715343"/>
              <a:ext cx="542100" cy="5154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" name="Google Shape;134;p18"/>
          <p:cNvGrpSpPr/>
          <p:nvPr/>
        </p:nvGrpSpPr>
        <p:grpSpPr>
          <a:xfrm>
            <a:off x="5327311" y="1705030"/>
            <a:ext cx="1233485" cy="1233485"/>
            <a:chOff x="5217300" y="1498632"/>
            <a:chExt cx="1053900" cy="1053900"/>
          </a:xfrm>
        </p:grpSpPr>
        <p:sp>
          <p:nvSpPr>
            <p:cNvPr id="135" name="Google Shape;135;p18"/>
            <p:cNvSpPr/>
            <p:nvPr/>
          </p:nvSpPr>
          <p:spPr>
            <a:xfrm>
              <a:off x="5217300" y="1498632"/>
              <a:ext cx="1053900" cy="1053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18"/>
            <p:cNvSpPr/>
            <p:nvPr/>
          </p:nvSpPr>
          <p:spPr>
            <a:xfrm>
              <a:off x="5473200" y="1729430"/>
              <a:ext cx="542100" cy="5154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" name="Google Shape;137;p18"/>
          <p:cNvGrpSpPr/>
          <p:nvPr/>
        </p:nvGrpSpPr>
        <p:grpSpPr>
          <a:xfrm>
            <a:off x="6699312" y="1705030"/>
            <a:ext cx="1233485" cy="1233485"/>
            <a:chOff x="6389550" y="1498632"/>
            <a:chExt cx="1053900" cy="1053900"/>
          </a:xfrm>
        </p:grpSpPr>
        <p:sp>
          <p:nvSpPr>
            <p:cNvPr id="138" name="Google Shape;138;p18"/>
            <p:cNvSpPr/>
            <p:nvPr/>
          </p:nvSpPr>
          <p:spPr>
            <a:xfrm>
              <a:off x="6389550" y="1498632"/>
              <a:ext cx="1053900" cy="1053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18"/>
            <p:cNvSpPr/>
            <p:nvPr/>
          </p:nvSpPr>
          <p:spPr>
            <a:xfrm>
              <a:off x="6645450" y="1729430"/>
              <a:ext cx="542100" cy="515400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0" name="Google Shape;140;p18"/>
          <p:cNvSpPr txBox="1">
            <a:spLocks noGrp="1"/>
          </p:cNvSpPr>
          <p:nvPr>
            <p:ph type="body" idx="4294967295"/>
          </p:nvPr>
        </p:nvSpPr>
        <p:spPr>
          <a:xfrm>
            <a:off x="-1676978" y="3208612"/>
            <a:ext cx="10439305" cy="160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                                        </a:t>
            </a:r>
            <a:r>
              <a:rPr lang="en" sz="3200">
                <a:latin typeface="Berlin Sans FB Demi" panose="020E0802020502020306" pitchFamily="34" charset="0"/>
              </a:rPr>
              <a:t>Rate our presentatio</a:t>
            </a:r>
            <a:r>
              <a:rPr lang="en-GB" sz="3200">
                <a:latin typeface="Berlin Sans FB Demi" panose="020E0802020502020306" pitchFamily="34" charset="0"/>
              </a:rPr>
              <a:t>n </a:t>
            </a:r>
            <a:r>
              <a:rPr lang="en" sz="3200">
                <a:latin typeface="Berlin Sans FB Demi" panose="020E0802020502020306" pitchFamily="34" charset="0"/>
              </a:rPr>
              <a:t>a </a:t>
            </a:r>
            <a:r>
              <a:rPr lang="en-GB" sz="3200">
                <a:latin typeface="Berlin Sans FB Demi" panose="020E0802020502020306" pitchFamily="34" charset="0"/>
              </a:rPr>
              <a:t>STAR</a:t>
            </a:r>
            <a:r>
              <a:rPr lang="en" sz="3200">
                <a:latin typeface="Berlin Sans FB Demi" panose="020E0802020502020306" pitchFamily="34" charset="0"/>
              </a:rPr>
              <a:t>⭐</a:t>
            </a:r>
            <a:endParaRPr lang="en-GB" sz="3200">
              <a:latin typeface="Berlin Sans FB Demi" panose="020E0802020502020306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8</Slides>
  <Notes>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Marina</vt:lpstr>
      <vt:lpstr>                IBM WATSONX CHATBOT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REVIEW ⭐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            CRESCENDO CONTEST </dc:title>
  <cp:lastModifiedBy>sidsamad192@gmail.com</cp:lastModifiedBy>
  <cp:revision>13</cp:revision>
  <dcterms:modified xsi:type="dcterms:W3CDTF">2026-02-24T13:14:13Z</dcterms:modified>
</cp:coreProperties>
</file>